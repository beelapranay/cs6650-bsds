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c5dff3da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c5dff3da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c5dff3da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c5dff3da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c5dff3da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c5dff3da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c5dff3da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c5dff3da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c5dff3da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c5dff3da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c5dff3da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c5dff3da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c5dff3da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c5dff3da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c5dff3da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c5dff3da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>
                <a:latin typeface="Times New Roman"/>
                <a:ea typeface="Times New Roman"/>
                <a:cs typeface="Times New Roman"/>
                <a:sym typeface="Times New Roman"/>
              </a:rPr>
              <a:t>Cascading Failure in Distributed Systems</a:t>
            </a:r>
            <a:endParaRPr sz="5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Midterm Mastery - II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 makes synchronous call to Inventory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Inventory intentionally slow + unreliable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Load: 100 concurrent users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Tight synchronous coupling between Search and Inventory.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" name="Google Shape;62;p14" title="Screenshot 2026-03-02 at 5.29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075" y="1152475"/>
            <a:ext cx="6249851" cy="170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Problematic Deployment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9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Inventory: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Latency up to 3000ms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30% failure rate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timeout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Blocking downstream call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p95 ≈ 3000ms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15–20 failures/sec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~60 RPS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load, Search blocked on slow Inventory responses.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Locust 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" name="Google Shape;74;p16" title="local-100users-bf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737" y="1017726"/>
            <a:ext cx="6316524" cy="392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Root Cause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timeout on downstream dependency.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Slow Dependency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 blocking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 buildup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Latency amplification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5xx errors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Resilience Strategy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Fail-Fast Pattern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200ms timeout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Fallback response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Prevent blocking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snippet: </a:t>
            </a:r>
            <a:r>
              <a:rPr b="1"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context.WithTimeout(200 * time.Millisecond)</a:t>
            </a:r>
            <a:endParaRPr b="1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Bounded downstream wait time to 200ms.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Improved 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Fail-Fast Pattern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load (100 users)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p95 ≈ 200ms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Failures ≈ 0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430+ RPS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Latency bounded and system stabilized under identical load.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Improved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Locust 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" name="Google Shape;98;p20" title="local-100users-afi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3737" y="1017726"/>
            <a:ext cx="6316524" cy="392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ctrTitle"/>
          </p:nvPr>
        </p:nvSpPr>
        <p:spPr>
          <a:xfrm>
            <a:off x="1491602" y="2112600"/>
            <a:ext cx="6160800" cy="91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5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