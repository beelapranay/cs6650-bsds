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82"/>
  </p:normalViewPr>
  <p:slideViewPr>
    <p:cSldViewPr snapToGrid="0">
      <p:cViewPr varScale="1">
        <p:scale>
          <a:sx n="59" d="100"/>
          <a:sy n="59" d="100"/>
        </p:scale>
        <p:origin x="55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We built a distributed financial transaction processor that focuses on one thing first: correctness. The goal is to process transfers safely under concurrency, retries, and failures.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5" name="Shape 14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problem is simple to state but hard to implement. Payment-style systems have zero tolerance for incorrect balances, duplicate transfers, or failures that corrupt state.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0" name="Shape 15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Our design decouples request ingestion from processing. The API accepts and records the transfer, SQS buffers it, and the worker completes the mutation with optimistic concurrency control in DynamoDB.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6" name="Shape 15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chart shows the load-test history over time. The system stays stable in both the mixed workload and the hot-account-only workload, which is the harder contention case.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3" name="Shape 16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summary view makes the result easy to explain: the hot-account-only run still achieved strong throughput and low p95 latency, with no request failures observed.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8" name="Shape 16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larger question is not just whether this implementation works. It is when optimistic locking is enough, and when a system should pay for stronger coordination under higher contention.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>
            <a:spLocks noGrp="1"/>
          </p:cNvSpPr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>
            <a:spLocks noGrp="1"/>
          </p:cNvSpPr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>
            <a:spLocks noGrp="1"/>
          </p:cNvSpPr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andy path between two hills leading to the ocean"/>
          <p:cNvSpPr>
            <a:spLocks noGrp="1"/>
          </p:cNvSpPr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2" name="Heron flying low over a beach with a short fence in the foreground"/>
          <p:cNvSpPr>
            <a:spLocks noGrp="1"/>
          </p:cNvSpPr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View of beach and sea from a grassy sand dune"/>
          <p:cNvSpPr>
            <a:spLocks noGrp="1"/>
          </p:cNvSpPr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112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1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View of beach and sea from a grassy sand dune"/>
          <p:cNvSpPr>
            <a:spLocks noGrp="1"/>
          </p:cNvSpPr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Distributed Financial Transaction Processo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02615">
              <a:defRPr sz="8176"/>
            </a:lvl1pPr>
          </a:lstStyle>
          <a:p>
            <a:r>
              <a:t>Distributed Financial Transaction Processor</a:t>
            </a:r>
          </a:p>
        </p:txBody>
      </p:sp>
      <p:sp>
        <p:nvSpPr>
          <p:cNvPr id="138" name="CS6650 elevator pitch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CS6650 elevator pitch</a:t>
            </a:r>
          </a:p>
          <a:p>
            <a:r>
              <a:rPr dirty="0"/>
              <a:t>Correctness-first backend for concurrent money movement</a:t>
            </a:r>
          </a:p>
          <a:p>
            <a:r>
              <a:rPr dirty="0"/>
              <a:t>Sampath Pranay Beela and Rahul </a:t>
            </a:r>
            <a:r>
              <a:rPr dirty="0" err="1"/>
              <a:t>Chinya</a:t>
            </a:r>
            <a:r>
              <a:rPr dirty="0"/>
              <a:t> </a:t>
            </a:r>
            <a:r>
              <a:rPr dirty="0" err="1"/>
              <a:t>Jagadeesha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roblem and Stakeholder Valu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Problem and Stakeholder Value</a:t>
            </a:r>
          </a:p>
        </p:txBody>
      </p:sp>
      <p:sp>
        <p:nvSpPr>
          <p:cNvPr id="143" name="Financial systems cannot tolerate double spending or inconsistent balance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Financial systems cannot tolerate double spending or inconsistent balances</a:t>
            </a:r>
          </a:p>
          <a:p>
            <a:r>
              <a:t>Bursty traffic and retries make correctness harder in distributed systems</a:t>
            </a:r>
          </a:p>
          <a:p>
            <a:r>
              <a:t>Stakeholders need a backend that stays correct under load, not just fast in the happy path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ystem Desig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System Design</a:t>
            </a:r>
          </a:p>
        </p:txBody>
      </p:sp>
      <p:sp>
        <p:nvSpPr>
          <p:cNvPr id="148" name="Pipeline: Client -&gt; API -&gt; SQS -&gt; Worker -&gt; DynamoDB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Pipeline: Client -&gt; API -&gt; SQS -&gt; Worker -&gt; DynamoDB</a:t>
            </a:r>
          </a:p>
          <a:p>
            <a:r>
              <a:t>API records PENDING transactions and enqueues requests</a:t>
            </a:r>
          </a:p>
          <a:p>
            <a:r>
              <a:t>Worker applies debit and credit using DynamoDB conditional writes</a:t>
            </a:r>
          </a:p>
          <a:p>
            <a:r>
              <a:t>Idempotency checks and balance verification protect correctness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Measured Evidence: Throughput and p95 Trends"/>
          <p:cNvSpPr txBox="1"/>
          <p:nvPr/>
        </p:nvSpPr>
        <p:spPr>
          <a:xfrm>
            <a:off x="762000" y="421284"/>
            <a:ext cx="1778000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Measured Evidence: Throughput and p95 Trends</a:t>
            </a:r>
          </a:p>
        </p:txBody>
      </p:sp>
      <p:pic>
        <p:nvPicPr>
          <p:cNvPr id="153" name="load-test-trends.png" descr="load-test-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778000"/>
            <a:ext cx="21623707" cy="8382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Both local runs completed with zero request failures while preserving total balance correctness."/>
          <p:cNvSpPr txBox="1"/>
          <p:nvPr/>
        </p:nvSpPr>
        <p:spPr>
          <a:xfrm>
            <a:off x="1397000" y="10473334"/>
            <a:ext cx="20320001" cy="1532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Both local runs completed with zero request failures while preserving total balance correctness.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sult Snapshot"/>
          <p:cNvSpPr txBox="1"/>
          <p:nvPr/>
        </p:nvSpPr>
        <p:spPr>
          <a:xfrm>
            <a:off x="762000" y="421284"/>
            <a:ext cx="1524000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Result Snapshot</a:t>
            </a:r>
          </a:p>
        </p:txBody>
      </p:sp>
      <p:pic>
        <p:nvPicPr>
          <p:cNvPr id="159" name="latency-percentiles.png" descr="latency-percent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905000"/>
            <a:ext cx="10912019" cy="5397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0" name="volume-throughput.png" descr="volume-through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9000" y="1905000"/>
            <a:ext cx="12966967" cy="5397500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Key numbers: 270.84 req/s in mixed load, 380.38 req/s in hot-account-only load, and 0 failures in both runs."/>
          <p:cNvSpPr txBox="1"/>
          <p:nvPr/>
        </p:nvSpPr>
        <p:spPr>
          <a:xfrm>
            <a:off x="1143000" y="7869834"/>
            <a:ext cx="21336000" cy="1532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Key numbers: 270.84 req/s in mixed load, 380.38 req/s in hot-account-only load, and 0 failures in both runs.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Why This Matt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Why This Matters</a:t>
            </a:r>
          </a:p>
        </p:txBody>
      </p:sp>
      <p:sp>
        <p:nvSpPr>
          <p:cNvPr id="166" name="This project shows when optimistic locking is sufficient for write-heavy financial workflow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project shows when optimistic locking is sufficient for write-heavy financial workflows</a:t>
            </a:r>
          </a:p>
          <a:p>
            <a:r>
              <a:t>The next experiments are worker crash recovery, pessimistic locking, and horizontal scaling</a:t>
            </a:r>
          </a:p>
          <a:p>
            <a:r>
              <a:t>The end goal is practical guidance on when stronger coordination is worth the cost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2681F-98B3-19D4-B30B-8F308367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5715000"/>
            <a:ext cx="21005800" cy="2286000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20158028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</Words>
  <Application>Microsoft Macintosh PowerPoint</Application>
  <PresentationFormat>Custom</PresentationFormat>
  <Paragraphs>28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Helvetica Neue</vt:lpstr>
      <vt:lpstr>Helvetica Neue Light</vt:lpstr>
      <vt:lpstr>Helvetica Neue Medium</vt:lpstr>
      <vt:lpstr>White</vt:lpstr>
      <vt:lpstr>Distributed Financial Transaction Processor</vt:lpstr>
      <vt:lpstr>Problem and Stakeholder Value</vt:lpstr>
      <vt:lpstr>System Design</vt:lpstr>
      <vt:lpstr>PowerPoint Presentation</vt:lpstr>
      <vt:lpstr>PowerPoint Presentation</vt:lpstr>
      <vt:lpstr>Why This Matters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Sampath Pranay Beela</cp:lastModifiedBy>
  <cp:revision>1</cp:revision>
  <dcterms:modified xsi:type="dcterms:W3CDTF">2026-03-30T04:00:17Z</dcterms:modified>
</cp:coreProperties>
</file>